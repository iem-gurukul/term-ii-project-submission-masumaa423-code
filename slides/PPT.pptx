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4301-477E-E66B-FC6C-A63236B6B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4B3618-C5DF-2090-A945-2EBE367B92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B169A-7655-4447-B25B-507414473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A479-5F35-41FF-B1EA-DFB61B6CCE04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891E0-D40F-DD89-0D66-DE3A7602D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896CC-64E2-0282-81B9-243E49ABA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4C34-C2B7-4021-8EA6-0832B2617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117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603C6-AAFF-38E4-B820-32D278E91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33C56-920C-DEF0-D3CF-63D4BB6EA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B0442-81C9-43FF-3176-EC2D8C5DD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A479-5F35-41FF-B1EA-DFB61B6CCE04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50D12-9996-56DD-1A6F-A68DF3617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72330-C1E5-3A81-5FBB-33519C95B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4C34-C2B7-4021-8EA6-0832B2617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267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52AB8-FA07-FBFD-C789-28C4BE4D1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D8FF1-3794-B065-DB91-5C4F10699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B691B-365B-5EE1-0F9A-8CA0B8B36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A479-5F35-41FF-B1EA-DFB61B6CCE04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9E147-143C-0296-B5DE-54F222EEA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D2DD3-C3D3-67A2-D348-DF0EC6ED1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4C34-C2B7-4021-8EA6-0832B2617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020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073E4-D63F-8875-B262-E886B5457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DD4EC-7F44-00D2-03DC-070B87863C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21270-4C4A-CEBD-EC73-8F3EB46D5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6F73B-0CCF-4F77-E518-434D6EBE4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A479-5F35-41FF-B1EA-DFB61B6CCE04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2D373-8602-7DB7-4D87-AF071199A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3A179-3218-EEE6-EEAB-4FA7386DA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4C34-C2B7-4021-8EA6-0832B2617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211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20EF4-A2C2-E94B-E1A9-36475E4C0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E0365-C231-3189-D3C7-CFE44D115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18E418-F0C2-B8F8-651D-A15BD228D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3E55E6-F9F5-93A7-C458-AD6316BEAA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27FC34-2510-34B2-14DB-3A4A92432B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6D054D-8479-360F-8B9F-837BA685E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A479-5F35-41FF-B1EA-DFB61B6CCE04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075250-26E7-5C49-3CFD-D30B66935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619BF1-8EBE-0B87-3BD8-851621B01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4C34-C2B7-4021-8EA6-0832B2617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890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E0B2C-865E-643B-898F-59B0F71E6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37ABE1-23B0-BE6D-C0FF-A0EEF11EB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A479-5F35-41FF-B1EA-DFB61B6CCE04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388759-E4A6-6DB0-DAD3-E86E25E0A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B7BFC-39A2-F31A-BE0C-0A87843A4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4C34-C2B7-4021-8EA6-0832B2617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04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B2189D-4A3F-557D-BFBB-03487F338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A479-5F35-41FF-B1EA-DFB61B6CCE04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863A9D-BAA1-D52D-85AB-E9987F488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5100C-3086-9618-23EF-371093A0C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4C34-C2B7-4021-8EA6-0832B2617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82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41F88-7976-BABC-1466-380879ABF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9315C-3A49-830C-96F0-A8F3AF912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55B727-CB30-4983-9FDD-68DA1CF6D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88028-8077-A726-60DE-934BF6045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A479-5F35-41FF-B1EA-DFB61B6CCE04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168F07-01FB-BD6A-92A1-35BEFDFBD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935A9E-5E49-B613-A350-F785EABB6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4C34-C2B7-4021-8EA6-0832B2617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865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C7CFB-1294-4933-418F-0CBA9FA34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2EE5B3-F068-6481-D25E-75320C7CF4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4EE24-D7FD-7F89-60A4-51505E141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4203C-5A61-6A0A-0A83-F3C0F97CA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A479-5F35-41FF-B1EA-DFB61B6CCE04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11200-36F5-0FE5-7E55-498331D73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6757F-E4DE-266D-46C2-9E1491D1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4C34-C2B7-4021-8EA6-0832B2617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030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2CDBB-E015-8090-4101-3FC3C6614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FA7BA0-6890-7881-C428-1569A9B47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8ED6D-BA8F-30EF-0AD6-F18C01F86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A479-5F35-41FF-B1EA-DFB61B6CCE04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30FD5-1174-F960-32A1-F24422EB1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64920-0548-54F4-6689-CA3F2BF70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4C34-C2B7-4021-8EA6-0832B2617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032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71918C-24A6-95B2-BE6D-51FB541C9A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F0D48-575D-E3EB-E3D2-5444BFA72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AE294-DBD8-90A2-26DD-644249C2B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A479-5F35-41FF-B1EA-DFB61B6CCE04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DF976-203C-CF66-756B-35FBB9BA0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14FFC-1D85-9C5B-9C7E-FEA5EF694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F4C34-C2B7-4021-8EA6-0832B2617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594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723658-6443-77ED-0602-A2CA926B4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A9D2B1-3D03-1A04-3B1D-4C328EBD1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D4357-BF37-8771-D987-CAECE16093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8A479-5F35-41FF-B1EA-DFB61B6CCE04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4BA87-0BA5-EDD4-6F92-E3773EBCA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11F03-8E6F-4157-DD4F-0E3B45C94C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F4C34-C2B7-4021-8EA6-0832B2617C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876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56B77-053E-05DA-3494-9A58761C9B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this Project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6475B-EF2B-C975-E5EB-A276561C88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HOTEL BOOKING SYSTEM WITH SMART ROOM ALLOCATION</a:t>
            </a:r>
          </a:p>
        </p:txBody>
      </p:sp>
    </p:spTree>
    <p:extLst>
      <p:ext uri="{BB962C8B-B14F-4D97-AF65-F5344CB8AC3E}">
        <p14:creationId xmlns:p14="http://schemas.microsoft.com/office/powerpoint/2010/main" val="1203469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73BC8-C0E7-E53A-3CD6-D659397DF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goal of this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C8E2E-E4A2-E7BD-397B-42315AA48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move from manual paper booking to a smart digital system.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7532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6C7E3-67A7-4311-0A8D-92A03A1C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"Smart Allocation" 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D3BB3-F94D-706A-4CFE-DFF8BA711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This is the "Brain" of the program. When a guest asks for a room:</a:t>
            </a:r>
          </a:p>
          <a:p>
            <a:r>
              <a:rPr lang="en-US" dirty="0"/>
              <a:t>1.  Filter: The system looks only for the type requested (Single, Double, or Deluxe).</a:t>
            </a:r>
          </a:p>
          <a:p>
            <a:r>
              <a:rPr lang="en-US" dirty="0"/>
              <a:t>2.  Date Check: It checks if that room is already taken on those specific dates.</a:t>
            </a:r>
          </a:p>
          <a:p>
            <a:r>
              <a:rPr lang="en-US" dirty="0"/>
              <a:t>3. Price Check: If multiple rooms are free, it automatically selects the Cheapest one.</a:t>
            </a:r>
          </a:p>
          <a:p>
            <a:r>
              <a:rPr lang="en-US" dirty="0"/>
              <a:t>4.  Result: The guest gets the best deal, and the hotel stays organized.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3031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C9927-8280-9605-385E-3506790D5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Design (The 3 Layers)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AC666-C95C-ACFC-4A9C-B6463918C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663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 built the project using a professional 3-layer structure:</a:t>
            </a:r>
          </a:p>
          <a:p>
            <a:pPr marL="0" indent="0">
              <a:buNone/>
            </a:pPr>
            <a:r>
              <a:rPr lang="en-US" dirty="0"/>
              <a:t>1.  The Data (Models): Room.java and Booking.java (Stores the info).</a:t>
            </a:r>
          </a:p>
          <a:p>
            <a:pPr marL="0" indent="0">
              <a:buNone/>
            </a:pPr>
            <a:r>
              <a:rPr lang="en-US" dirty="0"/>
              <a:t>2.  The Brain (Logic): HotelManager.java (Does the searching and math).</a:t>
            </a:r>
          </a:p>
          <a:p>
            <a:pPr marL="0" indent="0">
              <a:buNone/>
            </a:pPr>
            <a:r>
              <a:rPr lang="en-US" dirty="0"/>
              <a:t>3.  The Face (UI): DashboardUI.java (The window the user interacts with).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4373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91C17-D919-80CE-59DC-2CC27FAB4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E4F59-C775-0BE5-D2F0-9FC81D4B1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Room Management: Add, Delete, or View all hotel rooms.</a:t>
            </a:r>
          </a:p>
          <a:p>
            <a:pPr marL="0" indent="0">
              <a:buNone/>
            </a:pPr>
            <a:r>
              <a:rPr lang="en-US" dirty="0"/>
              <a:t>Booking Engine: Register guests and assign rooms.</a:t>
            </a:r>
          </a:p>
          <a:p>
            <a:pPr marL="0" indent="0">
              <a:buNone/>
            </a:pPr>
            <a:r>
              <a:rPr lang="en-US" dirty="0"/>
              <a:t>Live Table: Real-time updates of who is staying in which room.</a:t>
            </a:r>
          </a:p>
          <a:p>
            <a:pPr marL="0" indent="0">
              <a:buNone/>
            </a:pPr>
            <a:r>
              <a:rPr lang="en-US" dirty="0"/>
              <a:t>Safety Alerts: Pop-up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5896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4CDB3-5DE8-3521-764F-9F1D1880A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OOP Concepts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A636D-7B9A-C295-F414-D97BFB7D5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E36310-53C0-5C7A-93A7-936754A53516}"/>
              </a:ext>
            </a:extLst>
          </p:cNvPr>
          <p:cNvSpPr txBox="1"/>
          <p:nvPr/>
        </p:nvSpPr>
        <p:spPr>
          <a:xfrm>
            <a:off x="32004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 make the code clean, I used "Object-Oriented Programming“</a:t>
            </a:r>
          </a:p>
          <a:p>
            <a:r>
              <a:rPr lang="en-IN" dirty="0"/>
              <a:t>Encapsulation: Keeping room data safe inside objects.</a:t>
            </a:r>
          </a:p>
          <a:p>
            <a:r>
              <a:rPr lang="en-IN" dirty="0"/>
              <a:t>Abstraction: The user only sees a "Book" button; the complex math is hidden.</a:t>
            </a:r>
          </a:p>
          <a:p>
            <a:r>
              <a:rPr lang="en-IN" dirty="0"/>
              <a:t>Objects: Every Room and every Guest is treated as an independent "Object."</a:t>
            </a:r>
          </a:p>
        </p:txBody>
      </p:sp>
    </p:spTree>
    <p:extLst>
      <p:ext uri="{BB962C8B-B14F-4D97-AF65-F5344CB8AC3E}">
        <p14:creationId xmlns:p14="http://schemas.microsoft.com/office/powerpoint/2010/main" val="887480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67B1D-5057-3011-B60E-231157CD2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Output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1E882-2B0A-F32C-2D83-D2C198EDF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Guest Name: Masuma Akhter</a:t>
            </a:r>
          </a:p>
          <a:p>
            <a:pPr marL="0" indent="0">
              <a:buNone/>
            </a:pPr>
            <a:r>
              <a:rPr lang="en-US" dirty="0"/>
              <a:t>Request: Single Room for April 1st.</a:t>
            </a:r>
          </a:p>
          <a:p>
            <a:pPr marL="0" indent="0">
              <a:buNone/>
            </a:pPr>
            <a:r>
              <a:rPr lang="en-US" dirty="0"/>
              <a:t>Rooms Available: Room 101 ($50)   Room 102 ($45) </a:t>
            </a:r>
          </a:p>
          <a:p>
            <a:pPr marL="0" indent="0">
              <a:buNone/>
            </a:pPr>
            <a:r>
              <a:rPr lang="en-US" dirty="0"/>
              <a:t>System Choice: Room 102 (Successfully assigned as it is the cheapest).</a:t>
            </a:r>
          </a:p>
          <a:p>
            <a:pPr marL="0" indent="0">
              <a:buNone/>
            </a:pPr>
            <a:r>
              <a:rPr lang="en-US" dirty="0"/>
              <a:t>Status: Record B1 added to the booking list.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5611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F00F0-BC94-16A9-BE47-4E33C2BB7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Output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430A2F-01AE-C170-1A6C-7946999363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952" y="2699706"/>
            <a:ext cx="8838095" cy="2603175"/>
          </a:xfrm>
        </p:spPr>
      </p:pic>
    </p:spTree>
    <p:extLst>
      <p:ext uri="{BB962C8B-B14F-4D97-AF65-F5344CB8AC3E}">
        <p14:creationId xmlns:p14="http://schemas.microsoft.com/office/powerpoint/2010/main" val="300645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9F28F-6A7C-9892-4344-A0B549CBA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3CD94-26D2-E8D7-82E8-3297F7211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system is fast, efficient, and error-free.</a:t>
            </a:r>
          </a:p>
          <a:p>
            <a:pPr marL="0" indent="0">
              <a:buNone/>
            </a:pPr>
            <a:r>
              <a:rPr lang="en-US" dirty="0"/>
              <a:t>Future Plans:</a:t>
            </a:r>
          </a:p>
          <a:p>
            <a:r>
              <a:rPr lang="en-US" dirty="0"/>
              <a:t> Add a Login Screen for staff.  </a:t>
            </a:r>
          </a:p>
          <a:p>
            <a:r>
              <a:rPr lang="en-US" dirty="0"/>
              <a:t> Connect a Database (MySQL) to save data forever. </a:t>
            </a:r>
          </a:p>
          <a:p>
            <a:r>
              <a:rPr lang="en-US" dirty="0"/>
              <a:t> Add a Receipt printing feature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2387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AC5BB-ECCF-4F64-FCC1-92E21CA03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7ABFD-E2BA-ABED-404E-D598FB5ED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                                                   THANK YOU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53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